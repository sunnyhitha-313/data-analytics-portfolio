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74" r:id="rId6"/>
    <p:sldId id="275" r:id="rId7"/>
    <p:sldId id="276" r:id="rId8"/>
    <p:sldId id="266" r:id="rId9"/>
    <p:sldId id="279" r:id="rId10"/>
    <p:sldId id="284" r:id="rId11"/>
    <p:sldId id="280" r:id="rId12"/>
    <p:sldId id="283" r:id="rId13"/>
    <p:sldId id="278" r:id="rId14"/>
    <p:sldId id="286" r:id="rId15"/>
    <p:sldId id="270" r:id="rId16"/>
    <p:sldId id="287" r:id="rId17"/>
    <p:sldId id="289" r:id="rId18"/>
    <p:sldId id="288" r:id="rId19"/>
    <p:sldId id="290" r:id="rId20"/>
    <p:sldId id="269" r:id="rId21"/>
    <p:sldId id="28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302E"/>
    <a:srgbClr val="593D3B"/>
    <a:srgbClr val="D2C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44" autoAdjust="0"/>
    <p:restoredTop sz="94552" autoAdjust="0"/>
  </p:normalViewPr>
  <p:slideViewPr>
    <p:cSldViewPr snapToGrid="0">
      <p:cViewPr varScale="1">
        <p:scale>
          <a:sx n="65" d="100"/>
          <a:sy n="65" d="100"/>
        </p:scale>
        <p:origin x="79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 smtClean="0"/>
              <a:t>27-Mar-26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DA7C62-858D-9C4B-9AE8-88FCCBB4338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3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99B7EE3-667C-F12D-5BF4-FD2B8C9AC705}"/>
              </a:ext>
            </a:extLst>
          </p:cNvPr>
          <p:cNvSpPr/>
          <p:nvPr userDrawn="1"/>
        </p:nvSpPr>
        <p:spPr>
          <a:xfrm>
            <a:off x="0" y="-620"/>
            <a:ext cx="12192000" cy="40400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71D4172-2FBC-321E-705C-929D9AC95280}"/>
              </a:ext>
            </a:extLst>
          </p:cNvPr>
          <p:cNvGrpSpPr/>
          <p:nvPr userDrawn="1"/>
        </p:nvGrpSpPr>
        <p:grpSpPr>
          <a:xfrm>
            <a:off x="-11062" y="-620"/>
            <a:ext cx="12203062" cy="6858620"/>
            <a:chOff x="-11062" y="-620"/>
            <a:chExt cx="12203062" cy="68586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D82ABD00-4B1D-6317-5427-E4899E14002C}"/>
                </a:ext>
              </a:extLst>
            </p:cNvPr>
            <p:cNvSpPr/>
            <p:nvPr userDrawn="1"/>
          </p:nvSpPr>
          <p:spPr>
            <a:xfrm>
              <a:off x="-11062" y="6221468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FB63F5D1-2E82-2FB6-97CD-F5896517EE7C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ACDD2FCC-97EE-4AE6-E6AA-D9675426C48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410AD169-0A93-3ED3-E1A9-147E433DE91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9A18C68F-5F03-FA53-79DC-BBEB159AB7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B5F8A1FB-6A40-6773-801A-99869BB89683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FA92E0A8-3747-FE9D-150D-EAAA6B22DEE7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FC184D51-E2DD-C7BC-8611-FE1A501A4759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6F6B62F9-A27C-458F-E630-98B16FAAE4F6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A4A60BC1-BB3E-0B2F-04A2-3205A71FB37B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7999FFB3-7CF3-FA61-C94F-AD8F966A0C08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E1137AB8-E830-F06D-B77E-3C824EB400DD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212113C2-96E4-3FB7-C7C1-55D61E5C44AC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7A387B09-1852-BE22-A55E-32C42FA22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775" y="530984"/>
            <a:ext cx="6163154" cy="3508452"/>
          </a:xfrm>
        </p:spPr>
        <p:txBody>
          <a:bodyPr anchor="b">
            <a:noAutofit/>
          </a:bodyPr>
          <a:lstStyle>
            <a:lvl1pPr algn="l">
              <a:defRPr sz="4400" b="1" spc="15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0DC2C222-0F72-C08F-DEE0-1898A5D73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774" y="4111344"/>
            <a:ext cx="6163155" cy="2068794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6">
            <a:extLst>
              <a:ext uri="{FF2B5EF4-FFF2-40B4-BE49-F238E27FC236}">
                <a16:creationId xmlns:a16="http://schemas.microsoft.com/office/drawing/2014/main" xmlns="" id="{217CC675-9A33-0E1B-0D5D-F6E6CC6115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1" name="Footer Placeholder 7">
            <a:extLst>
              <a:ext uri="{FF2B5EF4-FFF2-40B4-BE49-F238E27FC236}">
                <a16:creationId xmlns:a16="http://schemas.microsoft.com/office/drawing/2014/main" xmlns="" id="{4C322719-CF72-92E8-EEB3-5C9578671C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xmlns="" id="{DAAA4950-1F9E-C5B0-FDA5-F4C3FB9312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58A8739-7377-C5AD-5875-4A6D47009B61}"/>
              </a:ext>
            </a:extLst>
          </p:cNvPr>
          <p:cNvSpPr/>
          <p:nvPr userDrawn="1"/>
        </p:nvSpPr>
        <p:spPr>
          <a:xfrm>
            <a:off x="7022627" y="1673223"/>
            <a:ext cx="3986784" cy="3986784"/>
          </a:xfrm>
          <a:prstGeom prst="rect">
            <a:avLst/>
          </a:prstGeom>
          <a:noFill/>
          <a:ln w="254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xmlns="" id="{8E92F457-AD03-C99B-BD4E-0529156E4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593013" y="1110407"/>
            <a:ext cx="3989387" cy="39893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540E643-C94C-46F0-27FE-E58FEF466DCF}"/>
              </a:ext>
            </a:extLst>
          </p:cNvPr>
          <p:cNvGrpSpPr/>
          <p:nvPr userDrawn="1"/>
        </p:nvGrpSpPr>
        <p:grpSpPr>
          <a:xfrm>
            <a:off x="-11062" y="-620"/>
            <a:ext cx="12203062" cy="6858620"/>
            <a:chOff x="-11062" y="-620"/>
            <a:chExt cx="12203062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B04503C1-0CBB-55F2-BB89-92956A92714C}"/>
                </a:ext>
              </a:extLst>
            </p:cNvPr>
            <p:cNvSpPr/>
            <p:nvPr userDrawn="1"/>
          </p:nvSpPr>
          <p:spPr>
            <a:xfrm>
              <a:off x="-11062" y="6221468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AA2ACA1B-36F8-BC5E-6E28-294EBE4A6934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6F4E0015-3151-E85C-42EC-38309258EF7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B68DC883-5137-D7C7-6E6F-4D5985ECDC8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868AD529-1CB2-3C6C-565D-CB3EFEBC16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E79D0025-1B17-AEEA-050A-9B2F1FFA554B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5A2A28DA-A373-FE6C-72FF-9B7162B11C1D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D45CD44B-01BE-A156-7B31-37129005AB9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A878519B-DBF8-78EA-6DB8-B9350954AF0B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BE242CDB-6BEE-5663-0077-E2DABAD6491F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9537A7A8-98B5-D74E-3CBF-263308685C1D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BDBADBAF-3248-1BCE-5322-2A62106FBC59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3752E895-71F3-00C5-CC4B-613BC843B05C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7EA270FF-E9B8-C8E6-C7E2-558AF36BD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xmlns="" id="{EF92FDEE-B92B-9668-C5EF-40D7CE40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xmlns="" id="{6061723D-5514-C6F5-FDFD-E25AF6A85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5" name="Footer Placeholder 7">
            <a:extLst>
              <a:ext uri="{FF2B5EF4-FFF2-40B4-BE49-F238E27FC236}">
                <a16:creationId xmlns:a16="http://schemas.microsoft.com/office/drawing/2014/main" xmlns="" id="{C991AB22-DD5C-8A03-E8B4-70CDB8B30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xmlns="" id="{F026FBC1-A079-45E8-48B5-D2F6A21C6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954C95F1-9636-295D-8A46-3F245A74299E}"/>
              </a:ext>
            </a:extLst>
          </p:cNvPr>
          <p:cNvGrpSpPr/>
          <p:nvPr userDrawn="1"/>
        </p:nvGrpSpPr>
        <p:grpSpPr>
          <a:xfrm>
            <a:off x="-11062" y="-620"/>
            <a:ext cx="12203062" cy="6858620"/>
            <a:chOff x="-11062" y="-620"/>
            <a:chExt cx="12203062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FEB5DC83-8823-9D88-F66E-79CAAD248A73}"/>
                </a:ext>
              </a:extLst>
            </p:cNvPr>
            <p:cNvSpPr/>
            <p:nvPr userDrawn="1"/>
          </p:nvSpPr>
          <p:spPr>
            <a:xfrm>
              <a:off x="-11062" y="6221468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C22CE724-AEE6-21E3-0973-80F472D91DDB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C377006A-60FE-8980-2D2D-B3EBF70FD41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9A979302-BFA2-6667-89F5-AF71EE26BDE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F51D5EE2-6DD2-A53A-AD73-D00FC0A3E3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0F870CF7-7164-16A5-2EB8-785B9C459617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65CF4A7C-5E77-749A-5B8F-01F0746E5BBA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6774FD32-570A-4565-26E7-7A51C4E8A1BA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DECB77B0-F0C2-754E-7A30-1CC83B37D4CE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80F90409-AE4E-3A9E-4105-905A19A8376D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xmlns="" id="{3757AABA-3F4F-6D3D-ECB8-B54F68DBCD29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271B8E05-57BF-8819-3519-89C9AA43B78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81A3E2FC-71B3-5C39-8513-09B98D7FD3E4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xmlns="" id="{BD54684D-841C-FDA2-7EA4-3358F6C41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xmlns="" id="{2EA75441-C98A-E98F-BFE4-C66F20EE0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Date Placeholder 6">
            <a:extLst>
              <a:ext uri="{FF2B5EF4-FFF2-40B4-BE49-F238E27FC236}">
                <a16:creationId xmlns:a16="http://schemas.microsoft.com/office/drawing/2014/main" xmlns="" id="{986B9106-8E9A-3987-1CC7-9B668C6E51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1" name="Footer Placeholder 7">
            <a:extLst>
              <a:ext uri="{FF2B5EF4-FFF2-40B4-BE49-F238E27FC236}">
                <a16:creationId xmlns:a16="http://schemas.microsoft.com/office/drawing/2014/main" xmlns="" id="{131310B9-880B-A789-F49A-ABC8C7D13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8">
            <a:extLst>
              <a:ext uri="{FF2B5EF4-FFF2-40B4-BE49-F238E27FC236}">
                <a16:creationId xmlns:a16="http://schemas.microsoft.com/office/drawing/2014/main" xmlns="" id="{7AF129CA-4FFC-F495-8774-0F7930477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43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A58CFC8B-226D-ECB3-98A7-17342C720803}"/>
              </a:ext>
            </a:extLst>
          </p:cNvPr>
          <p:cNvSpPr/>
          <p:nvPr userDrawn="1"/>
        </p:nvSpPr>
        <p:spPr>
          <a:xfrm>
            <a:off x="0" y="6213249"/>
            <a:ext cx="7115922" cy="2544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A8A6D1C5-FBBE-8B6A-9C52-07C6B4B851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54725" y="673241"/>
            <a:ext cx="6682549" cy="3667058"/>
          </a:xfrm>
        </p:spPr>
        <p:txBody>
          <a:bodyPr anchor="b">
            <a:noAutofit/>
          </a:bodyPr>
          <a:lstStyle>
            <a:lvl1pPr algn="ctr">
              <a:defRPr sz="4800" b="1" spc="150" baseline="0">
                <a:solidFill>
                  <a:schemeClr val="accent6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34D9BA2A-91FA-BE59-F6BC-05DA1E9CC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4725" y="4437930"/>
            <a:ext cx="6690002" cy="365125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6D8F8ED-DC8D-8A01-D066-8F65F971805E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A2ECC70C-8116-F239-7EA5-9FBA2A7418A1}"/>
                </a:ext>
              </a:extLst>
            </p:cNvPr>
            <p:cNvSpPr/>
            <p:nvPr userDrawn="1"/>
          </p:nvSpPr>
          <p:spPr>
            <a:xfrm>
              <a:off x="5076078" y="238216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3A1D51FC-144E-D0D9-2C3B-55277EAC96D7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9A805F0F-00F2-E897-EEFA-6E6BBEEF834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FCFB32B0-C09D-41E5-0C2F-A837A33EECB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F1C236C2-EE20-6AC8-AA49-1D4D84E6AC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F7731FF4-4D13-F97C-D33E-10CC77C66E08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71D60F32-D480-AB0B-FDF3-5BB02C911B38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27451CED-B64B-89B8-1768-3BEE13E2695B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10300F2A-4D2D-E899-32D1-F818AE1A28E3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C55C09C4-E66B-9247-5692-2DEEF997684D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525149A0-D475-CC1C-7E09-CA5655A4F144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707E4253-3AFC-57D1-2E60-E85263C20FCA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84A38070-4E4F-7149-FFD1-9D0333C50CF4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Date Placeholder 6">
            <a:extLst>
              <a:ext uri="{FF2B5EF4-FFF2-40B4-BE49-F238E27FC236}">
                <a16:creationId xmlns:a16="http://schemas.microsoft.com/office/drawing/2014/main" xmlns="" id="{A459CF48-E073-8222-D86B-1A4A9AEB82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xmlns="" id="{F4AF848B-91CE-065E-B803-79A94294D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8">
            <a:extLst>
              <a:ext uri="{FF2B5EF4-FFF2-40B4-BE49-F238E27FC236}">
                <a16:creationId xmlns:a16="http://schemas.microsoft.com/office/drawing/2014/main" xmlns="" id="{10C85C92-85B6-BD91-202F-05304BAB1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829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9EC8A18A-811A-1993-B459-436EA40C9526}"/>
              </a:ext>
            </a:extLst>
          </p:cNvPr>
          <p:cNvSpPr/>
          <p:nvPr userDrawn="1"/>
        </p:nvSpPr>
        <p:spPr>
          <a:xfrm>
            <a:off x="-11063" y="-8061"/>
            <a:ext cx="12203061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DB4A88F-17C5-A847-F7B7-7ADF622DC810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16197933-6B51-F65C-7BF5-43B94BF68E77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5FA8CA12-045D-68C9-17E3-ADE3D1A4E27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53436C8B-D8FE-8CAE-BE8B-11260CCA3CA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C535B1BE-4BEC-AE9D-04F6-5180DEFEA1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2F804660-1627-7ABA-37B0-E4533E2E0EE6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23FB7193-7E6F-4BC9-5785-79CB981112A5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2FDE2AD0-05B7-52BF-4C58-80B63E0F52B9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xmlns="" id="{360BF3F7-97DB-7836-BF5F-1E975EDB779F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169B0B75-A77C-24A4-7F83-88F3DDEDD1B7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F4D93465-2362-0DDC-7D8D-D56AC5CC45BA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F791A159-9182-3DB9-4E18-884F41B02105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55FF2024-810F-536D-6623-CD0C4F5FFD88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Date Placeholder 6">
            <a:extLst>
              <a:ext uri="{FF2B5EF4-FFF2-40B4-BE49-F238E27FC236}">
                <a16:creationId xmlns:a16="http://schemas.microsoft.com/office/drawing/2014/main" xmlns="" id="{C4728064-842C-81E2-22E3-65D429A4C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xmlns="" id="{0A2B8E9F-13C6-3ACC-025D-94DF609FC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xmlns="" id="{E572B703-EE0E-EE9B-9A15-9C0FADF1A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xmlns="" id="{24D4796F-00BD-512A-828E-E77C244A7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xmlns="" id="{3F01F5C5-0EA0-CA69-CA7E-732760EBA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251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0FF43749-2E14-8ACD-C78F-F74C4C2D801D}"/>
              </a:ext>
            </a:extLst>
          </p:cNvPr>
          <p:cNvGrpSpPr/>
          <p:nvPr userDrawn="1"/>
        </p:nvGrpSpPr>
        <p:grpSpPr>
          <a:xfrm>
            <a:off x="-11063" y="-620"/>
            <a:ext cx="12203063" cy="6858620"/>
            <a:chOff x="-11063" y="-620"/>
            <a:chExt cx="12203063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D42BFE93-9BE0-3ECC-4A66-3E330D0B9764}"/>
                </a:ext>
              </a:extLst>
            </p:cNvPr>
            <p:cNvSpPr/>
            <p:nvPr userDrawn="1"/>
          </p:nvSpPr>
          <p:spPr>
            <a:xfrm>
              <a:off x="-11063" y="5532437"/>
              <a:ext cx="12203061" cy="132556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847B5EF5-5811-19B0-2957-2EABB3919BCE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3764A0AE-07E7-8208-175B-7C69D22DF4B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91AEE656-A295-0F8C-2E21-4FEA55530D0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4BE3C27D-52CA-E866-E0DB-CB8E0487B8D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D7B8CC1D-5CC8-85CD-057D-6E2D2D98A688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963D1FD2-B780-6DFB-5647-5B925B40BA87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E04D7834-2F62-90D3-72FD-6F54892E71AD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9B441C9C-50CE-7C86-6FAF-AE36CFDAE1FF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D19EDB08-0525-4577-1B70-E92EAF5F7424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435A296C-96AD-9F5C-7921-42032DCADBB6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D26F2129-E785-5576-9CD0-66BF73D2B149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1800FFEE-968E-A29C-9EB9-466449ECA227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4" name="Date Placeholder 6">
            <a:extLst>
              <a:ext uri="{FF2B5EF4-FFF2-40B4-BE49-F238E27FC236}">
                <a16:creationId xmlns:a16="http://schemas.microsoft.com/office/drawing/2014/main" xmlns="" id="{E9E68F41-51D8-7D07-C533-DF8838E944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5" name="Footer Placeholder 7">
            <a:extLst>
              <a:ext uri="{FF2B5EF4-FFF2-40B4-BE49-F238E27FC236}">
                <a16:creationId xmlns:a16="http://schemas.microsoft.com/office/drawing/2014/main" xmlns="" id="{022E16A7-8030-E153-833D-4ED1FADFC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Slide Number Placeholder 8">
            <a:extLst>
              <a:ext uri="{FF2B5EF4-FFF2-40B4-BE49-F238E27FC236}">
                <a16:creationId xmlns:a16="http://schemas.microsoft.com/office/drawing/2014/main" xmlns="" id="{A14C51F8-6A10-D6A0-8104-B33764A5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xmlns="" id="{5F376C0E-B37B-599B-51EA-3FFC8B7FD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xmlns="" id="{28CE35C9-4DF5-D279-B48A-C8FE33531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9147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57F9D02F-B7B6-2B3D-B415-B924908BDC52}"/>
              </a:ext>
            </a:extLst>
          </p:cNvPr>
          <p:cNvSpPr/>
          <p:nvPr userDrawn="1"/>
        </p:nvSpPr>
        <p:spPr>
          <a:xfrm>
            <a:off x="-11063" y="5532437"/>
            <a:ext cx="12203061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F7569DA-5BB8-920D-D794-F3C14D0E4C68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03E6EA8F-C6AC-A668-188E-F090526A8544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D2D962A1-8526-DFCC-4227-D4B6C8A1B47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A14EFD83-2523-BD1F-29C4-59D240F65DC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C7814253-4FBA-584B-6410-19E74D20E8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8D1C2E0D-5B1F-64B9-AD82-96F3890DE6D3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BF09D8CD-E1B9-F6CC-C1FC-04DDF4AABC13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6098CA58-DEA3-9EBD-1AE1-2CBF71D3ECB5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23C31E6B-3957-9E31-9842-10AFC74DA88A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B449E810-4B67-15FF-CF2D-08AD86501BF7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xmlns="" id="{F815C660-9F2B-9C29-3CDB-6CDF8FF8274F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xmlns="" id="{B8D5C790-F626-27CD-1820-A6AE6086561C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xmlns="" id="{38197405-3C63-71BC-CAF8-FAAA42CA05D3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xmlns="" id="{2E70C09F-76C4-E66C-0CD2-8BEF66265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9" y="1939924"/>
            <a:ext cx="5989320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xmlns="" id="{47DBA814-4139-B586-226C-8244A5A14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59893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2351544-05E1-4D08-3634-910F3FA94C88}"/>
              </a:ext>
            </a:extLst>
          </p:cNvPr>
          <p:cNvSpPr/>
          <p:nvPr userDrawn="1"/>
        </p:nvSpPr>
        <p:spPr>
          <a:xfrm>
            <a:off x="6853814" y="905221"/>
            <a:ext cx="4361688" cy="4361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C24933B8-7F1B-8266-103E-F0EF88F55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25602" y="1260781"/>
            <a:ext cx="4356798" cy="4361688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xmlns="" id="{6B87FECF-85B0-52F2-A5D2-E176A615D6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1" name="Footer Placeholder 7">
            <a:extLst>
              <a:ext uri="{FF2B5EF4-FFF2-40B4-BE49-F238E27FC236}">
                <a16:creationId xmlns:a16="http://schemas.microsoft.com/office/drawing/2014/main" xmlns="" id="{DF26E34A-B6BF-5C83-61B5-15E91EB5D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8">
            <a:extLst>
              <a:ext uri="{FF2B5EF4-FFF2-40B4-BE49-F238E27FC236}">
                <a16:creationId xmlns:a16="http://schemas.microsoft.com/office/drawing/2014/main" xmlns="" id="{01C92CCA-CFAE-F8F3-22F0-C9C126E5B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25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 0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4AE70DA7-3187-5F14-C55F-55B29AF72F85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3F7192B0-FCC6-F3DE-5ECD-FE3E4F2A759A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FE58C63A-0059-71AE-8367-92C7B72D0BF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5B849CC4-0B6F-D693-E2DB-1667EFA0B5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B660D3F7-6538-CEE5-60A3-AD2EC7D063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29EBEEA1-266D-F14C-B137-317D48D9DA1F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FF7D963D-55B7-5486-465E-A74B9F3E59A0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298830AF-54B0-FF82-3D4B-1F86A0CF071D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5554B2BA-9D03-3575-0314-70EB10B8EAFE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xmlns="" id="{F652E2D7-995B-1D31-2FDF-DB426F171DD6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xmlns="" id="{5CDA61D0-8093-46FD-8914-36920B1A28CA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xmlns="" id="{737F08A2-C13D-A263-43B5-7413E8A28056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xmlns="" id="{941F7530-C11F-8830-4F99-470600FAD88E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xmlns="" id="{08461280-0203-EE22-68FC-B4F86ED61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9" y="1939924"/>
            <a:ext cx="5985908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6" name="Title Placeholder 1">
            <a:extLst>
              <a:ext uri="{FF2B5EF4-FFF2-40B4-BE49-F238E27FC236}">
                <a16:creationId xmlns:a16="http://schemas.microsoft.com/office/drawing/2014/main" xmlns="" id="{FFDE5C97-893A-0B03-1794-DA1605AB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59859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44D0EF7B-9DCE-1DB8-B396-20F79EEB5096}"/>
              </a:ext>
            </a:extLst>
          </p:cNvPr>
          <p:cNvSpPr/>
          <p:nvPr userDrawn="1"/>
        </p:nvSpPr>
        <p:spPr>
          <a:xfrm>
            <a:off x="6719837" y="1490025"/>
            <a:ext cx="4361688" cy="4361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xmlns="" id="{FCE362B3-C2CC-37A2-4581-B32ABD762F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xmlns="" id="{E67F74FD-5503-9DD5-ADCC-3F42EC649F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xmlns="" id="{6C6FDB15-6B1C-F0BA-56C8-C13F4EF6A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075FDC7D-EFBA-6A4B-1B4A-CA4F13579E0F}"/>
              </a:ext>
            </a:extLst>
          </p:cNvPr>
          <p:cNvSpPr/>
          <p:nvPr userDrawn="1"/>
        </p:nvSpPr>
        <p:spPr>
          <a:xfrm>
            <a:off x="10227927" y="836249"/>
            <a:ext cx="1471306" cy="147130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xmlns="" id="{658ACEC6-CCD7-62BD-A4DF-C2FE8AB328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1625" y="1097567"/>
            <a:ext cx="4356798" cy="4361688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xmlns="" id="{7004188A-F19F-AD61-BC9E-59C5047FBB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32687" y="1259488"/>
            <a:ext cx="9138662" cy="3294598"/>
          </a:xfrm>
        </p:spPr>
        <p:txBody>
          <a:bodyPr anchor="b">
            <a:noAutofit/>
          </a:bodyPr>
          <a:lstStyle>
            <a:lvl1pPr>
              <a:defRPr lang="en-US" sz="4800" kern="1200" spc="150" baseline="0" dirty="0">
                <a:solidFill>
                  <a:schemeClr val="accent3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515FD6-82C1-F27F-AB17-2E2DD041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2687" y="4607259"/>
            <a:ext cx="9138662" cy="9331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16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41B58316-1F49-E698-6C1C-5D19E52DC4F1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E4E49C6D-5804-2BE1-42D0-0E840F0F5252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E42B319B-A0A8-30F9-1927-3DADACB55929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C1F617C7-81CA-0810-B971-9FF99A83FE9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F1637113-5B57-451E-8C54-47F0AB824A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F7594CA5-EC0D-9D58-9A9B-CFF05F21AE41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E74F2F07-6C2A-3FA0-1D43-06F4E89854F8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7BC59096-659F-09A0-8790-E250B73986AD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1558E938-2A24-C46F-BB9B-499C0007E7B0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E5222AF4-0401-1EED-3DBC-3A7743CAFCE7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xmlns="" id="{8D83924A-6893-BD59-ECBC-C2FCB3006613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2D7E3712-01D6-A135-048B-C2AC384EEBE7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8ACF0A30-2C84-9BB9-F367-3453C94290F9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Date Placeholder 6">
            <a:extLst>
              <a:ext uri="{FF2B5EF4-FFF2-40B4-BE49-F238E27FC236}">
                <a16:creationId xmlns:a16="http://schemas.microsoft.com/office/drawing/2014/main" xmlns="" id="{A2DB5DFD-8939-2817-C251-DFBA0446D3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xmlns="" id="{4A7F44EC-1105-EBC8-03D2-2A693400D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Slide Number Placeholder 8">
            <a:extLst>
              <a:ext uri="{FF2B5EF4-FFF2-40B4-BE49-F238E27FC236}">
                <a16:creationId xmlns:a16="http://schemas.microsoft.com/office/drawing/2014/main" xmlns="" id="{2FE5C225-A0A9-B16D-D7F9-B52558D01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553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4395E663-BEF8-2943-8431-8382B201A410}"/>
              </a:ext>
            </a:extLst>
          </p:cNvPr>
          <p:cNvSpPr/>
          <p:nvPr userDrawn="1"/>
        </p:nvSpPr>
        <p:spPr>
          <a:xfrm>
            <a:off x="-11063" y="4300695"/>
            <a:ext cx="12203061" cy="25573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E72190B-CEF6-624E-63D3-1D93BCADDCDF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7557119F-E484-BA7F-8576-E35A351483D0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EE44CC7E-8E59-9EAE-9812-6EAC8F65FA2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F4A10815-90B2-49E2-B1AC-571D1A6FFBA4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1C415808-B2C5-CE2E-1F01-FC1C6AE77D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0F8FBABC-1639-F743-14A5-421E2E246F86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16E90763-923C-DA46-3FD2-F164B2F7A76B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A8750CA4-E898-0FBE-EB20-6D14EC82CD8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EE997351-2A73-F458-73DD-F5C4AA751561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145299A1-845D-A8BC-E4D4-B11EC0C71A13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7C680A5C-1CE4-8FD5-065E-6C85A311E7E7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E8B86FA3-A9A6-C2BA-2EAF-E72E0F1A34CA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4215C5C8-3753-9522-255E-4E474BC7C5A2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xmlns="" id="{4A86D033-F51F-F109-5C38-4A25CA3BA34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1939925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32D64A50-92D7-8C1C-290B-242F094FB77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475605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E845F4F5-7BF0-1976-C824-573B8D337F8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4855195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xmlns="" id="{287657EF-ADA5-F683-759A-3249F0D9C16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4809" y="1939925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xmlns="" id="{3DB99B4F-D49A-D108-04DC-52EE57005C8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654809" y="4475605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xmlns="" id="{30CC13DB-1E39-8FED-2907-34BDA3F34B4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654809" y="4855195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Picture Placeholder 10">
            <a:extLst>
              <a:ext uri="{FF2B5EF4-FFF2-40B4-BE49-F238E27FC236}">
                <a16:creationId xmlns:a16="http://schemas.microsoft.com/office/drawing/2014/main" xmlns="" id="{903671E6-6CEE-3054-989D-25DB478650A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71418" y="1939925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xmlns="" id="{91DA3DBF-60AE-F0AB-070A-F93ED4F464C4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1418" y="4475605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xmlns="" id="{9F595719-B7AA-71F7-F577-C674582ECE29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71418" y="4855195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Picture Placeholder 10">
            <a:extLst>
              <a:ext uri="{FF2B5EF4-FFF2-40B4-BE49-F238E27FC236}">
                <a16:creationId xmlns:a16="http://schemas.microsoft.com/office/drawing/2014/main" xmlns="" id="{49105B7D-16FC-B8D7-01FC-221DA77B37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88026" y="1939925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xmlns="" id="{B322F94C-C49C-A000-FD04-FAA94E34C0E1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288026" y="4475605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xmlns="" id="{D9B5C6BE-6077-D484-0C99-3561635BD333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288026" y="4855195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xmlns="" id="{ACDDC3C3-0BAF-FB37-3553-39EAE4CB7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xmlns="" id="{9EA80B5D-2E5B-033B-F04C-A71F9D104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xmlns="" id="{B8F8530C-707C-BF03-66EB-0D17ED7AF8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xmlns="" id="{D87DCDA2-DF73-6705-DF03-98EE6364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460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122DA22A-6BF7-8AFC-A6B5-A05CFDD505CD}"/>
              </a:ext>
            </a:extLst>
          </p:cNvPr>
          <p:cNvSpPr/>
          <p:nvPr userDrawn="1"/>
        </p:nvSpPr>
        <p:spPr>
          <a:xfrm>
            <a:off x="0" y="6213249"/>
            <a:ext cx="7115922" cy="2544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DAD35C23-F8A2-6461-31F1-DB8DA253E248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FF7130E3-935A-DC61-F7AF-DE60EE363E12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A95AAE6E-77AB-B5B8-2CE9-671269255AB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4757A6AE-533F-776B-FEC1-CBB0A8325473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xmlns="" id="{0C971F67-8BDC-2A1F-ABA8-D6884AA2F2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18C8CEFD-0E53-1FF4-8F27-D1632509A0E2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xmlns="" id="{FB1C43B7-3450-B7D4-3819-FAD93BDF48AB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xmlns="" id="{DE40080A-05C1-5FA0-2E8C-C4729E90C466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xmlns="" id="{EF0F40A3-BA3E-271A-A825-0DEACF808C7C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xmlns="" id="{30F6CCAA-CC2E-C421-7686-AD086FA08C86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50A70A15-3E97-226B-3178-80F51B3ACD59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C48EC5A5-F3E0-7670-4CC4-4C0436CD9A7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A7231AB3-5092-45A3-2E73-020DCD1F8BB7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xmlns="" id="{1E3E85D9-287C-6F39-5FBA-3CC4DF47BEB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03848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5FCC5AD-E285-5E97-A8C2-66514F078E4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84644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01CF4CBE-6CDC-F917-D2FD-A1D2D2247A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8200" y="522603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3C3289C4-6384-603C-7356-5C37D6EC1E9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54809" y="2303848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2942AB54-8C6E-3E1D-2A6A-6B2D5F0BF21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3654809" y="484644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xmlns="" id="{BD2A758D-024C-78C9-B63A-E2E4F5435F3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3654809" y="522603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xmlns="" id="{F933DD83-18F8-73AD-1456-05482070EC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71418" y="2303848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xmlns="" id="{EA5A84CB-0BFA-5D83-B572-10F73A162577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1418" y="484644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A6B5E157-6FE4-E01E-0764-7DB378DC787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71418" y="522603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xmlns="" id="{BF117580-1BB6-53D9-B973-3D1C232AD94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88026" y="2303848"/>
            <a:ext cx="2065774" cy="2250304"/>
          </a:xfrm>
          <a:noFill/>
          <a:ln w="38100"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xmlns="" id="{A1E99BA0-09BA-E848-00D2-D34E415C642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288026" y="4846447"/>
            <a:ext cx="2065774" cy="343061"/>
          </a:xfrm>
        </p:spPr>
        <p:txBody>
          <a:bodyPr anchor="ctr">
            <a:noAutofit/>
          </a:bodyPr>
          <a:lstStyle>
            <a:lvl1pPr marL="0" indent="0" algn="l">
              <a:buNone/>
              <a:defRPr lang="en-US" sz="1200" b="1" kern="1200" spc="150" baseline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xmlns="" id="{33923E36-84DB-C1CD-0AC9-83C32850C5ED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9288026" y="5226037"/>
            <a:ext cx="2065774" cy="343061"/>
          </a:xfrm>
        </p:spPr>
        <p:txBody>
          <a:bodyPr anchor="t">
            <a:noAutofit/>
          </a:bodyPr>
          <a:lstStyle>
            <a:lvl1pPr marL="0" indent="0" algn="l">
              <a:buNone/>
              <a:defRPr lang="en-US" sz="8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xmlns="" id="{F0F7EE35-0E04-8176-46F6-2B2F01D79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Date Placeholder 6">
            <a:extLst>
              <a:ext uri="{FF2B5EF4-FFF2-40B4-BE49-F238E27FC236}">
                <a16:creationId xmlns:a16="http://schemas.microsoft.com/office/drawing/2014/main" xmlns="" id="{0813B1D9-ED82-0205-E17F-5261318C7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9" name="Footer Placeholder 7">
            <a:extLst>
              <a:ext uri="{FF2B5EF4-FFF2-40B4-BE49-F238E27FC236}">
                <a16:creationId xmlns:a16="http://schemas.microsoft.com/office/drawing/2014/main" xmlns="" id="{0176B014-C04E-7226-A58E-F28F99DAC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0" name="Slide Number Placeholder 8">
            <a:extLst>
              <a:ext uri="{FF2B5EF4-FFF2-40B4-BE49-F238E27FC236}">
                <a16:creationId xmlns:a16="http://schemas.microsoft.com/office/drawing/2014/main" xmlns="" id="{354A802B-A0D4-32C1-E56E-B84CC01BF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2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6A51E85-6B33-9E65-45F7-98456AB283F6}"/>
              </a:ext>
            </a:extLst>
          </p:cNvPr>
          <p:cNvSpPr/>
          <p:nvPr userDrawn="1"/>
        </p:nvSpPr>
        <p:spPr>
          <a:xfrm>
            <a:off x="0" y="6213249"/>
            <a:ext cx="7115922" cy="2544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9F0D1262-3294-DE6C-41D3-7436D83EA0A7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xmlns="" id="{02A696F0-3B0C-BF12-1D78-5D80C3C9F346}"/>
                </a:ext>
              </a:extLst>
            </p:cNvPr>
            <p:cNvSpPr/>
            <p:nvPr userDrawn="1"/>
          </p:nvSpPr>
          <p:spPr>
            <a:xfrm>
              <a:off x="5076078" y="238216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AC37FEE1-BC04-12C1-242B-3266F2F4B976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86A53CAB-5760-42EB-F5AB-E98D784C9C3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EB89ABB2-252A-2516-68D3-AFAD4C7BC3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C88C0705-CE7E-A586-375F-4CB637B46A7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xmlns="" id="{928A0042-BCE8-7C2E-D4F1-A05C4DDF03DF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1673A96D-A1EA-0106-D57C-DB50DEA37C48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42502757-B2B7-56FB-B4AD-C1F9C8DDD9F2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6E2D4DA3-7F34-6D0F-E875-7D676C083BB4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1F638435-8CEF-6B46-8520-9F3CF46CCFB8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C86582D1-41B0-BFD5-164D-E47957603187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0FA1E8B3-D81E-61D0-BF7E-782F71F684D7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FD601F7D-2D14-C3B2-3B8C-B3CA42DC6472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" name="SmartArt Placeholder 6">
            <a:extLst>
              <a:ext uri="{FF2B5EF4-FFF2-40B4-BE49-F238E27FC236}">
                <a16:creationId xmlns:a16="http://schemas.microsoft.com/office/drawing/2014/main" xmlns="" id="{C9C1860A-C2D8-69F8-BEF8-A455C1E01E4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12777" y="1939925"/>
            <a:ext cx="10969623" cy="4240212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icon to add SmartArt graphic</a:t>
            </a:r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xmlns="" id="{E954ACE7-B481-DC00-B13C-FABF9202B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ate Placeholder 6">
            <a:extLst>
              <a:ext uri="{FF2B5EF4-FFF2-40B4-BE49-F238E27FC236}">
                <a16:creationId xmlns:a16="http://schemas.microsoft.com/office/drawing/2014/main" xmlns="" id="{B9D1AFE5-F87C-9A22-A3DF-2123FCE9B8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xmlns="" id="{50AE7F5E-6AC0-6D62-2F81-4FDF9AFBD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xmlns="" id="{C2218DD1-D7AF-72B9-C78D-859A8DA053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097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5F540882-5CA2-4E19-D284-70C473EC3FC0}"/>
              </a:ext>
            </a:extLst>
          </p:cNvPr>
          <p:cNvCxnSpPr>
            <a:cxnSpLocks/>
          </p:cNvCxnSpPr>
          <p:nvPr userDrawn="1"/>
        </p:nvCxnSpPr>
        <p:spPr>
          <a:xfrm flipV="1">
            <a:off x="2968308" y="3231058"/>
            <a:ext cx="1288912" cy="1168029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8C3DE81D-8834-9742-B30E-4C7A5618E7D5}"/>
              </a:ext>
            </a:extLst>
          </p:cNvPr>
          <p:cNvCxnSpPr>
            <a:cxnSpLocks/>
          </p:cNvCxnSpPr>
          <p:nvPr userDrawn="1"/>
        </p:nvCxnSpPr>
        <p:spPr>
          <a:xfrm>
            <a:off x="4273099" y="3250689"/>
            <a:ext cx="2910126" cy="782513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4A3D27F6-ED4B-44A9-EE8F-7F2401229EB5}"/>
              </a:ext>
            </a:extLst>
          </p:cNvPr>
          <p:cNvCxnSpPr>
            <a:cxnSpLocks/>
          </p:cNvCxnSpPr>
          <p:nvPr userDrawn="1"/>
        </p:nvCxnSpPr>
        <p:spPr>
          <a:xfrm flipV="1">
            <a:off x="7183225" y="3079702"/>
            <a:ext cx="2781901" cy="952067"/>
          </a:xfrm>
          <a:prstGeom prst="line">
            <a:avLst/>
          </a:prstGeom>
          <a:ln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xmlns="" id="{B8B9EBEE-C30E-9A7D-007D-8A344F6475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04117" y="3391876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xmlns="" id="{F2254282-974B-731F-1842-E04509FB00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19264" y="3958427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xmlns="" id="{EF5999EB-62B4-A6C9-DFDC-DB0072030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10538" y="2244935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xmlns="" id="{2F513EF1-976A-E928-2BFA-E287946DEB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12037" y="3656131"/>
            <a:ext cx="2141764" cy="46759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xmlns="" id="{88FB793D-6FFE-EC26-E7D5-7A79F62957A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4117" y="3915313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xmlns="" id="{3F229964-AD4D-6AED-F889-7357E605F4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30222" y="4497144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xmlns="" id="{7843676F-85B7-B919-360B-8CD18EFECC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10538" y="2769167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xmlns="" id="{50C2B114-0FFC-0699-AEE1-382EDF2D159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12037" y="4181830"/>
            <a:ext cx="1399032" cy="91894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399" spc="5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xmlns="" id="{99104151-0A74-A7A8-3789-6439BCB94764}"/>
              </a:ext>
            </a:extLst>
          </p:cNvPr>
          <p:cNvSpPr/>
          <p:nvPr userDrawn="1"/>
        </p:nvSpPr>
        <p:spPr>
          <a:xfrm>
            <a:off x="2675456" y="4105223"/>
            <a:ext cx="571504" cy="57607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utura LT Book" pitchFamily="2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xmlns="" id="{FDCB3DF9-4828-0B98-A647-8372DFAB7CD6}"/>
              </a:ext>
            </a:extLst>
          </p:cNvPr>
          <p:cNvSpPr/>
          <p:nvPr userDrawn="1"/>
        </p:nvSpPr>
        <p:spPr>
          <a:xfrm>
            <a:off x="3961340" y="2962215"/>
            <a:ext cx="571504" cy="57607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utura LT Book" pitchFamily="2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56F5BE21-1DBC-643C-629F-B35691384503}"/>
              </a:ext>
            </a:extLst>
          </p:cNvPr>
          <p:cNvSpPr/>
          <p:nvPr userDrawn="1"/>
        </p:nvSpPr>
        <p:spPr>
          <a:xfrm>
            <a:off x="6890298" y="3748033"/>
            <a:ext cx="571504" cy="57607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utura LT Book" pitchFamily="2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xmlns="" id="{E5ADEB4B-5C18-AD78-CBBB-FC287D23E531}"/>
              </a:ext>
            </a:extLst>
          </p:cNvPr>
          <p:cNvSpPr/>
          <p:nvPr userDrawn="1"/>
        </p:nvSpPr>
        <p:spPr>
          <a:xfrm>
            <a:off x="9679374" y="2783269"/>
            <a:ext cx="571504" cy="576072"/>
          </a:xfrm>
          <a:prstGeom prst="ellipse">
            <a:avLst/>
          </a:prstGeom>
          <a:solidFill>
            <a:schemeClr val="accent3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Futura LT Book" pitchFamily="2" charset="0"/>
            </a:endParaRPr>
          </a:p>
        </p:txBody>
      </p:sp>
      <p:sp>
        <p:nvSpPr>
          <p:cNvPr id="2" name="Date Placeholder 6">
            <a:extLst>
              <a:ext uri="{FF2B5EF4-FFF2-40B4-BE49-F238E27FC236}">
                <a16:creationId xmlns:a16="http://schemas.microsoft.com/office/drawing/2014/main" xmlns="" id="{E07C536D-66C6-FB9F-1957-F6F381A50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xmlns="" id="{63B70A96-F04B-3C21-13F3-173F64AE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xmlns="" id="{EA207D23-47BC-58F4-A5C8-DE746FAFB4A0}"/>
              </a:ext>
            </a:extLst>
          </p:cNvPr>
          <p:cNvSpPr txBox="1">
            <a:spLocks/>
          </p:cNvSpPr>
          <p:nvPr userDrawn="1"/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A5EC18A9-4465-CAB8-EEE8-7F20BE637241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xmlns="" id="{1C764505-464C-8076-9883-5B66FE512203}"/>
                </a:ext>
              </a:extLst>
            </p:cNvPr>
            <p:cNvSpPr/>
            <p:nvPr userDrawn="1"/>
          </p:nvSpPr>
          <p:spPr>
            <a:xfrm>
              <a:off x="5076078" y="238216"/>
              <a:ext cx="7115922" cy="254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E8FD6089-832F-A463-F4AB-210D29908A91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29A6F6AA-0A10-605D-F0AA-3B2BAD4CA87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D2FF58D7-D9A0-B721-0F29-4307AA1D3D9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C5458BCD-F7A2-B67A-4639-AE4FAAD5008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CCCBE781-7C48-7FC4-A585-7741C8B673E0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xmlns="" id="{C2D0AAF3-BBBF-E8AD-87A0-038712ABAF96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xmlns="" id="{5A316DF6-CA16-5380-A2AA-42B0879DEFD0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xmlns="" id="{5F37EDE9-C892-5CA3-B1F4-B934E997CE23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93D31263-0232-82F8-4E0A-264B1AF9AB92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A528BAD6-B3F8-D128-61A5-94AA3D090F6C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75EB0CE3-3E05-6EB4-94A0-F4777BF6388D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F05B1D1C-DB3E-19FF-5EC5-37DC7636B6FE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1" name="Title Placeholder 1">
            <a:extLst>
              <a:ext uri="{FF2B5EF4-FFF2-40B4-BE49-F238E27FC236}">
                <a16:creationId xmlns:a16="http://schemas.microsoft.com/office/drawing/2014/main" xmlns="" id="{0DA6BE68-DDED-EF5C-E0E6-EC3B47CCD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8066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0028AC7F-E1E8-8A04-633A-7436B41D9158}"/>
              </a:ext>
            </a:extLst>
          </p:cNvPr>
          <p:cNvGrpSpPr/>
          <p:nvPr userDrawn="1"/>
        </p:nvGrpSpPr>
        <p:grpSpPr>
          <a:xfrm>
            <a:off x="0" y="-620"/>
            <a:ext cx="12192000" cy="6858622"/>
            <a:chOff x="0" y="-620"/>
            <a:chExt cx="12192000" cy="685862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37E59E3D-2898-5DAC-416E-6BDB60E74617}"/>
                </a:ext>
              </a:extLst>
            </p:cNvPr>
            <p:cNvSpPr/>
            <p:nvPr userDrawn="1"/>
          </p:nvSpPr>
          <p:spPr>
            <a:xfrm rot="5400000">
              <a:off x="5714998" y="381004"/>
              <a:ext cx="6858000" cy="60959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xmlns="" id="{5427CC86-AD00-259E-A0FE-6F7CB6D8B5C4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97E26D55-FFDD-4525-40D3-AEC17530E20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xmlns="" id="{AD0AE117-6746-F944-B15C-8E3DB0C3EA4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9A7368D3-7029-D595-00E6-4FFCCF36B6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xmlns="" id="{619BC162-A3E0-DE82-9CF0-48685BED0FB4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xmlns="" id="{7F425019-E9C1-690C-1BFD-98B2C56CE7AB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xmlns="" id="{3BCD672F-B2E9-0D86-E561-E81A2491EAE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xmlns="" id="{843E8F13-A4B1-D963-1F51-B1BEAE701410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9503E16B-0A48-1B1B-4C7C-9D6885376FD8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xmlns="" id="{2441EB74-A6E3-8C6A-5FED-5F911A72192B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xmlns="" id="{C65D22BA-F0E4-BBA8-6326-F07CB2DE878B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xmlns="" id="{7ACAFD06-C730-0319-8364-2B0DB6B75BF5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CF5514-3F47-0C9C-9AD7-AFD1FE880F2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8" y="1939925"/>
            <a:ext cx="5384798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9257FB3-70D5-7DA4-A11B-9A56641487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8" y="2852583"/>
            <a:ext cx="5384798" cy="33275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accent6"/>
                </a:solidFill>
              </a:defRPr>
            </a:lvl1pPr>
            <a:lvl2pPr>
              <a:defRPr sz="18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4A9D676-54F3-C077-56F4-907DD78FDAC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02343" y="1939925"/>
            <a:ext cx="5384787" cy="82391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2000" b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87B3973-833E-1126-A0D9-B347B3A875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2343" y="2852644"/>
            <a:ext cx="5384787" cy="332873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accent6"/>
                </a:solidFill>
              </a:defRPr>
            </a:lvl1pPr>
            <a:lvl2pPr>
              <a:defRPr sz="1800">
                <a:solidFill>
                  <a:schemeClr val="accent6"/>
                </a:solidFill>
              </a:defRPr>
            </a:lvl2pPr>
            <a:lvl3pPr>
              <a:defRPr sz="16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itle Placeholder 1">
            <a:extLst>
              <a:ext uri="{FF2B5EF4-FFF2-40B4-BE49-F238E27FC236}">
                <a16:creationId xmlns:a16="http://schemas.microsoft.com/office/drawing/2014/main" xmlns="" id="{F0E71305-A1C6-6777-9AEB-A1860573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xmlns="" id="{7520F6B1-0E6C-3AC4-6339-EE745BCB47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xmlns="" id="{3AA11962-069B-06D0-5AF6-2E6E4BFF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xmlns="" id="{9BCC6472-CA2C-1E41-B641-C556F3AFA1F0}"/>
              </a:ext>
            </a:extLst>
          </p:cNvPr>
          <p:cNvSpPr txBox="1">
            <a:spLocks/>
          </p:cNvSpPr>
          <p:nvPr userDrawn="1"/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415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12AB172A-AD22-A2BA-2D07-6F87C3898DC3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F58D11BD-01F0-D106-442B-0A18495376A7}"/>
                </a:ext>
              </a:extLst>
            </p:cNvPr>
            <p:cNvSpPr/>
            <p:nvPr userDrawn="1"/>
          </p:nvSpPr>
          <p:spPr>
            <a:xfrm>
              <a:off x="0" y="2813538"/>
              <a:ext cx="12192000" cy="40444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C9D13803-79D9-1259-5DAF-D1D88A3A6C94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47B876AB-F5A1-D023-ED5B-8A77B12C0C6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E92B459D-69E6-6C14-820C-4670CE3EBCDA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099CB197-C9FB-D2C3-13CC-2CA5D507E8E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xmlns="" id="{3DC289F2-6639-7957-B84D-53ABB1668AEF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73D0DDE9-867D-7498-9C19-C495B178E114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xmlns="" id="{30847DDA-AB4D-DF94-6AA1-776CF6630FDA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xmlns="" id="{0FA3F1DE-2E45-4D1D-F3A3-0070CF07AF43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165186BF-592D-090F-3A01-DCB17951B047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xmlns="" id="{03818432-0497-4013-DD33-4047162FBFAE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9865B88D-F2DC-927E-6252-710FBE938EF1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2D2FB201-05CE-DA3C-A070-3A1CC659230A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7B40D38F-CF40-6542-AE46-FC2D631B0D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2777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7B94411-EE1B-C03C-ECA6-2C4902E5D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4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xmlns="" id="{00FA7392-094B-A613-86FB-A9E944F23638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83406" y="1939925"/>
            <a:ext cx="3625189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xmlns="" id="{68ACE00C-9CB9-DC00-4643-DA904CA9A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2287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92013688-DF31-3EE2-D370-36B3288E68B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71800" y="1939925"/>
            <a:ext cx="3607423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accent3"/>
                </a:solidFill>
                <a:latin typeface="+mn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DF083F95-2FCF-68CA-C819-D4BE0495B34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1801" y="2853732"/>
            <a:ext cx="3611880" cy="3326406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9" name="Title Placeholder 1">
            <a:extLst>
              <a:ext uri="{FF2B5EF4-FFF2-40B4-BE49-F238E27FC236}">
                <a16:creationId xmlns:a16="http://schemas.microsoft.com/office/drawing/2014/main" xmlns="" id="{5383B23B-2B89-6FE6-0D68-1362CD35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6">
            <a:extLst>
              <a:ext uri="{FF2B5EF4-FFF2-40B4-BE49-F238E27FC236}">
                <a16:creationId xmlns:a16="http://schemas.microsoft.com/office/drawing/2014/main" xmlns="" id="{FC0C0705-49DE-1051-3E98-1D20E657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31" name="Footer Placeholder 7">
            <a:extLst>
              <a:ext uri="{FF2B5EF4-FFF2-40B4-BE49-F238E27FC236}">
                <a16:creationId xmlns:a16="http://schemas.microsoft.com/office/drawing/2014/main" xmlns="" id="{F0287115-CE8C-CD1D-1511-E96D4EBFA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Slide Number Placeholder 8">
            <a:extLst>
              <a:ext uri="{FF2B5EF4-FFF2-40B4-BE49-F238E27FC236}">
                <a16:creationId xmlns:a16="http://schemas.microsoft.com/office/drawing/2014/main" xmlns="" id="{78ACF18A-0AC2-52B4-818E-E6F8E5D08A35}"/>
              </a:ext>
            </a:extLst>
          </p:cNvPr>
          <p:cNvSpPr txBox="1">
            <a:spLocks/>
          </p:cNvSpPr>
          <p:nvPr userDrawn="1"/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87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F75CD76-EA21-1CF0-852D-6945B29EA497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xmlns="" id="{59079B8A-5866-626D-F4F4-DD4FDB26463F}"/>
                </a:ext>
              </a:extLst>
            </p:cNvPr>
            <p:cNvSpPr/>
            <p:nvPr userDrawn="1"/>
          </p:nvSpPr>
          <p:spPr>
            <a:xfrm>
              <a:off x="0" y="2813538"/>
              <a:ext cx="12192000" cy="40444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xmlns="" id="{624683D5-4A12-48AA-A8FE-CEEAB8476F1D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7E7ED760-2194-ADF2-BDEC-3CC210DB4E41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0F592C01-C4C7-2A8A-EA8F-24526C7E588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AAD12AF2-DF4B-1B05-4494-FF170D2B75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0542951F-6EBB-69BF-C566-434D28875BB5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B8AE7F2D-EF22-1560-4BB0-0F5631CB1031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23C8F1B0-BC58-2B5C-173F-FD5569B13153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CBEBB522-0894-DD27-1E5E-E14A56882E35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42DB1BD6-403C-7DC8-FF94-74399A58C868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7044BF8B-A224-D706-DDEA-733323115B66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7FA91C41-172F-CEF4-CF53-867AFD46821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740F878E-06FF-3F53-315B-0F2AAA550F4C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Title Placeholder 1">
            <a:extLst>
              <a:ext uri="{FF2B5EF4-FFF2-40B4-BE49-F238E27FC236}">
                <a16:creationId xmlns:a16="http://schemas.microsoft.com/office/drawing/2014/main" xmlns="" id="{802DE2BE-DD27-8F48-5363-6C56AFD3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22C5C13D-A764-5415-1EA1-F8F45D72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8" y="1939924"/>
            <a:ext cx="10969451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Date Placeholder 6">
            <a:extLst>
              <a:ext uri="{FF2B5EF4-FFF2-40B4-BE49-F238E27FC236}">
                <a16:creationId xmlns:a16="http://schemas.microsoft.com/office/drawing/2014/main" xmlns="" id="{1B2EEC2E-EC37-5B9F-661E-30AAD66A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xmlns="" id="{54D4ABEB-78D1-B463-A4BA-03672FAD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xmlns="" id="{FEA251DC-F3B1-1805-746D-B6DCF9BEDE0D}"/>
              </a:ext>
            </a:extLst>
          </p:cNvPr>
          <p:cNvSpPr txBox="1">
            <a:spLocks/>
          </p:cNvSpPr>
          <p:nvPr userDrawn="1"/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78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xmlns="" id="{1FE3DE06-BA3B-6B9A-9A97-921BF1234A1E}"/>
              </a:ext>
            </a:extLst>
          </p:cNvPr>
          <p:cNvSpPr/>
          <p:nvPr userDrawn="1"/>
        </p:nvSpPr>
        <p:spPr>
          <a:xfrm>
            <a:off x="0" y="-620"/>
            <a:ext cx="12192000" cy="404005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A19EFB1-742D-39A6-8A57-E211A0022D67}"/>
              </a:ext>
            </a:extLst>
          </p:cNvPr>
          <p:cNvGrpSpPr/>
          <p:nvPr userDrawn="1"/>
        </p:nvGrpSpPr>
        <p:grpSpPr>
          <a:xfrm>
            <a:off x="0" y="-620"/>
            <a:ext cx="12192000" cy="6858620"/>
            <a:chOff x="0" y="-620"/>
            <a:chExt cx="12192000" cy="685862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5E2B0094-9344-DD5C-25DB-C5BDB9389E38}"/>
                </a:ext>
              </a:extLst>
            </p:cNvPr>
            <p:cNvCxnSpPr/>
            <p:nvPr userDrawn="1"/>
          </p:nvCxnSpPr>
          <p:spPr>
            <a:xfrm>
              <a:off x="361741" y="-620"/>
              <a:ext cx="0" cy="685862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97504EE9-B4A4-BF5A-EC3D-433A17F2A4DD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633951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xmlns="" id="{F4EE6440-21B5-AB9B-477A-BC42D46B3C2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5178251" y="362403"/>
              <a:ext cx="7013749" cy="0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45588441-F6EE-F5EC-F469-531CF6DB521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820211" y="-620"/>
              <a:ext cx="0" cy="6340133"/>
            </a:xfrm>
            <a:prstGeom prst="line">
              <a:avLst/>
            </a:prstGeom>
            <a:ln w="254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xmlns="" id="{22F32E5C-1D3E-BFCB-0999-132C4C1C4621}"/>
                </a:ext>
              </a:extLst>
            </p:cNvPr>
            <p:cNvGrpSpPr/>
            <p:nvPr userDrawn="1"/>
          </p:nvGrpSpPr>
          <p:grpSpPr>
            <a:xfrm>
              <a:off x="3622034" y="288474"/>
              <a:ext cx="1184429" cy="150126"/>
              <a:chOff x="3622034" y="288474"/>
              <a:chExt cx="1184429" cy="150126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xmlns="" id="{AFFD23AA-C528-369B-F020-F1B12E4C1E42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xmlns="" id="{97EDB94B-DB84-C1CA-BABE-658E751A6E02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xmlns="" id="{61F869D9-2060-7CAA-47A0-BAD19A20D7DF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EFA31AB1-D3CC-AF18-C191-EFCF3F131281}"/>
                </a:ext>
              </a:extLst>
            </p:cNvPr>
            <p:cNvGrpSpPr/>
            <p:nvPr userDrawn="1"/>
          </p:nvGrpSpPr>
          <p:grpSpPr>
            <a:xfrm>
              <a:off x="7338065" y="6268107"/>
              <a:ext cx="1184429" cy="150126"/>
              <a:chOff x="3622034" y="288474"/>
              <a:chExt cx="1184429" cy="150126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xmlns="" id="{7390AB8F-47CF-E600-F9B3-0283CE20D7FC}"/>
                  </a:ext>
                </a:extLst>
              </p:cNvPr>
              <p:cNvSpPr/>
              <p:nvPr userDrawn="1"/>
            </p:nvSpPr>
            <p:spPr>
              <a:xfrm>
                <a:off x="4659512" y="291649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xmlns="" id="{58313712-8085-09E4-DC88-54E033B6B97F}"/>
                  </a:ext>
                </a:extLst>
              </p:cNvPr>
              <p:cNvSpPr/>
              <p:nvPr userDrawn="1"/>
            </p:nvSpPr>
            <p:spPr>
              <a:xfrm>
                <a:off x="4140773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xmlns="" id="{F588871C-8F80-C64C-0CE6-0CCE621EDF66}"/>
                  </a:ext>
                </a:extLst>
              </p:cNvPr>
              <p:cNvSpPr/>
              <p:nvPr userDrawn="1"/>
            </p:nvSpPr>
            <p:spPr>
              <a:xfrm>
                <a:off x="3622034" y="288474"/>
                <a:ext cx="146951" cy="14695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3" name="Title Placeholder 1">
            <a:extLst>
              <a:ext uri="{FF2B5EF4-FFF2-40B4-BE49-F238E27FC236}">
                <a16:creationId xmlns:a16="http://schemas.microsoft.com/office/drawing/2014/main" xmlns="" id="{8AF9BFF5-E1CC-0B51-0523-BCC4079E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598899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xmlns="" id="{02C72909-8DD4-B6A9-12D8-DD3DBE9C0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949" y="1939924"/>
            <a:ext cx="5972914" cy="423893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lnSpc>
                <a:spcPct val="150000"/>
              </a:lnSpc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Date Placeholder 6">
            <a:extLst>
              <a:ext uri="{FF2B5EF4-FFF2-40B4-BE49-F238E27FC236}">
                <a16:creationId xmlns:a16="http://schemas.microsoft.com/office/drawing/2014/main" xmlns="" id="{90B2FC16-123D-668F-D62C-D372B1FE3F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26" name="Footer Placeholder 7">
            <a:extLst>
              <a:ext uri="{FF2B5EF4-FFF2-40B4-BE49-F238E27FC236}">
                <a16:creationId xmlns:a16="http://schemas.microsoft.com/office/drawing/2014/main" xmlns="" id="{2EAA3C4B-2EB4-239B-F64D-7C9001A5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7" name="Slide Number Placeholder 8">
            <a:extLst>
              <a:ext uri="{FF2B5EF4-FFF2-40B4-BE49-F238E27FC236}">
                <a16:creationId xmlns:a16="http://schemas.microsoft.com/office/drawing/2014/main" xmlns="" id="{5D9973AB-826D-9DDA-6F57-36F1A4CA21B7}"/>
              </a:ext>
            </a:extLst>
          </p:cNvPr>
          <p:cNvSpPr txBox="1">
            <a:spLocks/>
          </p:cNvSpPr>
          <p:nvPr userDrawn="1"/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E0AFFA3-262C-AA35-FF97-807926D5C1FD}"/>
              </a:ext>
            </a:extLst>
          </p:cNvPr>
          <p:cNvSpPr/>
          <p:nvPr userDrawn="1"/>
        </p:nvSpPr>
        <p:spPr>
          <a:xfrm>
            <a:off x="6719837" y="1490025"/>
            <a:ext cx="4361688" cy="43616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xmlns="" id="{ED227712-4157-B7CC-6341-65AC9109A4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1625" y="1097567"/>
            <a:ext cx="4356798" cy="4361688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141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7" y="525782"/>
            <a:ext cx="1096962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7" y="1948565"/>
            <a:ext cx="10969623" cy="4228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2AF089D-7503-1B65-5C32-A0CF3127D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37061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2"/>
                </a:solidFill>
              </a:defRPr>
            </a:lvl1pPr>
          </a:lstStyle>
          <a:p>
            <a:fld id="{CA2C1983-85E7-45E2-ABAC-BABAC97AF800}" type="datetimeFigureOut">
              <a:rPr lang="en-US" smtClean="0"/>
              <a:pPr/>
              <a:t>27-Mar-26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5100DAA-43EF-EFF4-2886-82477DB5C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3673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6C52BBA-C88D-512A-F138-9FDE07E678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43673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accent2"/>
                </a:solidFill>
              </a:defRPr>
            </a:lvl1pPr>
          </a:lstStyle>
          <a:p>
            <a:fld id="{9C8E1515-2B25-410D-A22C-5C4292CCB71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64" r:id="rId8"/>
    <p:sldLayoutId id="2147483665" r:id="rId9"/>
    <p:sldLayoutId id="2147483663" r:id="rId10"/>
    <p:sldLayoutId id="2147483667" r:id="rId11"/>
    <p:sldLayoutId id="2147483666" r:id="rId12"/>
    <p:sldLayoutId id="2147483654" r:id="rId13"/>
    <p:sldLayoutId id="2147483653" r:id="rId14"/>
    <p:sldLayoutId id="2147483655" r:id="rId15"/>
    <p:sldLayoutId id="2147483668" r:id="rId16"/>
    <p:sldLayoutId id="214748366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28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444" userDrawn="1">
          <p15:clr>
            <a:srgbClr val="F26B43"/>
          </p15:clr>
        </p15:guide>
        <p15:guide id="5" orient="horz" pos="228" userDrawn="1">
          <p15:clr>
            <a:srgbClr val="F26B43"/>
          </p15:clr>
        </p15:guide>
        <p15:guide id="6" orient="horz" pos="1165" userDrawn="1">
          <p15:clr>
            <a:srgbClr val="F26B43"/>
          </p15:clr>
        </p15:guide>
        <p15:guide id="7" orient="horz" pos="1222" userDrawn="1">
          <p15:clr>
            <a:srgbClr val="F26B43"/>
          </p15:clr>
        </p15:guide>
        <p15:guide id="9" orient="horz" pos="3994" userDrawn="1">
          <p15:clr>
            <a:srgbClr val="F26B43"/>
          </p15:clr>
        </p15:guide>
        <p15:guide id="10" orient="horz" pos="4235" userDrawn="1">
          <p15:clr>
            <a:srgbClr val="F26B43"/>
          </p15:clr>
        </p15:guide>
        <p15:guide id="11" pos="386" userDrawn="1">
          <p15:clr>
            <a:srgbClr val="F26B43"/>
          </p15:clr>
        </p15:guide>
        <p15:guide id="12" pos="7296" userDrawn="1">
          <p15:clr>
            <a:srgbClr val="F26B43"/>
          </p15:clr>
        </p15:guide>
        <p15:guide id="13" orient="horz" pos="323" userDrawn="1">
          <p15:clr>
            <a:srgbClr val="F26B43"/>
          </p15:clr>
        </p15:guide>
        <p15:guide id="14" orient="horz" pos="38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E527BE-FF18-CF0C-9BC1-DB2A57F30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4527" y="5279956"/>
            <a:ext cx="2121721" cy="1842604"/>
          </a:xfrm>
        </p:spPr>
        <p:txBody>
          <a:bodyPr/>
          <a:lstStyle/>
          <a:p>
            <a:r>
              <a:rPr lang="en-US" dirty="0" smtClean="0"/>
              <a:t>   	</a:t>
            </a:r>
            <a:endParaRPr lang="en-US" dirty="0"/>
          </a:p>
        </p:txBody>
      </p:sp>
      <p:pic>
        <p:nvPicPr>
          <p:cNvPr id="1028" name="Picture 4" descr="https://media.licdn.com/dms/image/v2/C5112AQF0ahjgTTHlwg/article-cover_image-shrink_720_1280/article-cover_image-shrink_720_1280/0/1520199611921?e=1775692800&amp;v=beta&amp;t=DGd8A3tf6shrxuUTNhEmnfuv5iEgd4dzrpR6FVt7Ov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990" y="1122218"/>
            <a:ext cx="5562408" cy="4696690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0557" y="2885788"/>
            <a:ext cx="6013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46302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Banking </a:t>
            </a:r>
            <a:r>
              <a:rPr lang="en-US" sz="3200" b="1" dirty="0" smtClean="0">
                <a:solidFill>
                  <a:srgbClr val="46302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CRM Churn </a:t>
            </a:r>
            <a:r>
              <a:rPr lang="en-US" sz="3200" b="1" dirty="0">
                <a:solidFill>
                  <a:srgbClr val="46302E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8873" y="4031673"/>
            <a:ext cx="4253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46302E"/>
                </a:solidFill>
              </a:rPr>
              <a:t>P.SUNNYHITHA</a:t>
            </a:r>
            <a:endParaRPr lang="en-US" b="1" dirty="0">
              <a:solidFill>
                <a:srgbClr val="4630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7595" y="817089"/>
            <a:ext cx="18517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593D3B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AGENDA</a:t>
            </a:r>
            <a:endParaRPr lang="en-US" sz="3000" b="1" dirty="0">
              <a:solidFill>
                <a:srgbClr val="593D3B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540363" y="5160308"/>
            <a:ext cx="303128" cy="346364"/>
          </a:xfrm>
          <a:prstGeom prst="ellipse">
            <a:avLst/>
          </a:prstGeom>
          <a:solidFill>
            <a:srgbClr val="593D3B"/>
          </a:solidFill>
          <a:ln>
            <a:solidFill>
              <a:srgbClr val="593D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6" name="Group 75"/>
          <p:cNvGrpSpPr/>
          <p:nvPr/>
        </p:nvGrpSpPr>
        <p:grpSpPr>
          <a:xfrm>
            <a:off x="1540363" y="1372112"/>
            <a:ext cx="303128" cy="3780756"/>
            <a:chOff x="1540363" y="1538367"/>
            <a:chExt cx="303128" cy="3780756"/>
          </a:xfrm>
        </p:grpSpPr>
        <p:cxnSp>
          <p:nvCxnSpPr>
            <p:cNvPr id="35" name="Straight Arrow Connector 34"/>
            <p:cNvCxnSpPr/>
            <p:nvPr/>
          </p:nvCxnSpPr>
          <p:spPr>
            <a:xfrm>
              <a:off x="1691927" y="2216727"/>
              <a:ext cx="0" cy="338924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1691927" y="3594743"/>
              <a:ext cx="0" cy="338924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1540363" y="3941107"/>
              <a:ext cx="303128" cy="346364"/>
            </a:xfrm>
            <a:prstGeom prst="ellipse">
              <a:avLst/>
            </a:prstGeom>
            <a:solidFill>
              <a:srgbClr val="593D3B"/>
            </a:solidFill>
            <a:ln>
              <a:solidFill>
                <a:srgbClr val="593D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Oval 35"/>
            <p:cNvSpPr/>
            <p:nvPr/>
          </p:nvSpPr>
          <p:spPr>
            <a:xfrm>
              <a:off x="1540363" y="2555651"/>
              <a:ext cx="303128" cy="346364"/>
            </a:xfrm>
            <a:prstGeom prst="ellipse">
              <a:avLst/>
            </a:prstGeom>
            <a:solidFill>
              <a:srgbClr val="593D3B"/>
            </a:solidFill>
            <a:ln>
              <a:solidFill>
                <a:srgbClr val="593D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>
              <a:off x="1691927" y="2902015"/>
              <a:ext cx="0" cy="338924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1540363" y="3248379"/>
              <a:ext cx="303128" cy="346364"/>
            </a:xfrm>
            <a:prstGeom prst="ellipse">
              <a:avLst/>
            </a:prstGeom>
            <a:solidFill>
              <a:srgbClr val="593D3B"/>
            </a:solidFill>
            <a:ln>
              <a:solidFill>
                <a:srgbClr val="593D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1540363" y="1862923"/>
              <a:ext cx="303128" cy="346364"/>
            </a:xfrm>
            <a:prstGeom prst="ellipse">
              <a:avLst/>
            </a:prstGeom>
            <a:solidFill>
              <a:srgbClr val="593D3B"/>
            </a:solidFill>
            <a:ln>
              <a:solidFill>
                <a:srgbClr val="593D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>
              <a:off x="1691927" y="4287471"/>
              <a:ext cx="0" cy="338924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/>
            <p:cNvSpPr/>
            <p:nvPr/>
          </p:nvSpPr>
          <p:spPr>
            <a:xfrm>
              <a:off x="1540363" y="4633835"/>
              <a:ext cx="303128" cy="346364"/>
            </a:xfrm>
            <a:prstGeom prst="ellipse">
              <a:avLst/>
            </a:prstGeom>
            <a:solidFill>
              <a:srgbClr val="593D3B"/>
            </a:solidFill>
            <a:ln>
              <a:solidFill>
                <a:srgbClr val="593D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1691927" y="4980199"/>
              <a:ext cx="0" cy="338924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1691927" y="1538367"/>
              <a:ext cx="12182" cy="317116"/>
            </a:xfrm>
            <a:prstGeom prst="straightConnector1">
              <a:avLst/>
            </a:prstGeom>
            <a:ln>
              <a:solidFill>
                <a:srgbClr val="593D3B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0" name="Straight Connector 89"/>
          <p:cNvCxnSpPr/>
          <p:nvPr/>
        </p:nvCxnSpPr>
        <p:spPr>
          <a:xfrm>
            <a:off x="1843491" y="3276088"/>
            <a:ext cx="1101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1843491" y="3954961"/>
            <a:ext cx="1101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1843491" y="4647688"/>
            <a:ext cx="1101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/>
          <p:nvPr/>
        </p:nvCxnSpPr>
        <p:spPr>
          <a:xfrm>
            <a:off x="1843491" y="5333490"/>
            <a:ext cx="11014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41" idx="6"/>
          </p:cNvCxnSpPr>
          <p:nvPr/>
        </p:nvCxnSpPr>
        <p:spPr>
          <a:xfrm>
            <a:off x="1843491" y="1869850"/>
            <a:ext cx="1101436" cy="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stCxn id="36" idx="6"/>
          </p:cNvCxnSpPr>
          <p:nvPr/>
        </p:nvCxnSpPr>
        <p:spPr>
          <a:xfrm flipV="1">
            <a:off x="1843491" y="2549236"/>
            <a:ext cx="1101436" cy="133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944927" y="1639017"/>
            <a:ext cx="389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2944927" y="2328007"/>
            <a:ext cx="389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SCHEMA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944927" y="3049225"/>
            <a:ext cx="4993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 STRATEGIES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2944927" y="3724128"/>
            <a:ext cx="389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944927" y="4416857"/>
            <a:ext cx="4688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METRICS &amp; INSIGHTS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944927" y="5098902"/>
            <a:ext cx="38992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400" b="1" dirty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159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3563" y="2268966"/>
            <a:ext cx="62761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bank is facing a significant challenge in retaining customers, with a notable percentage of customers exiting over time</a:t>
            </a:r>
            <a:r>
              <a:rPr lang="en-US" sz="2000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dirty="0" smtClean="0">
              <a:solidFill>
                <a:srgbClr val="593D3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this analysis is to identify key factors contributing to customer churn and understand customer behavior using CRM </a:t>
            </a:r>
            <a:r>
              <a:rPr lang="en-US" sz="2000" dirty="0" smtClean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data. This </a:t>
            </a:r>
            <a:r>
              <a:rPr lang="en-US" sz="2000" dirty="0">
                <a:solidFill>
                  <a:srgbClr val="593D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help the bank improve customer retention, enhance service delivery, and make data-driven business decisions.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927323"/>
            <a:ext cx="4308764" cy="3545608"/>
          </a:xfrm>
          <a:prstGeom prst="ellipse">
            <a:avLst/>
          </a:prstGeom>
          <a:ln w="63500" cap="rnd">
            <a:solidFill>
              <a:srgbClr val="593D3B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/>
          <p:cNvSpPr txBox="1"/>
          <p:nvPr/>
        </p:nvSpPr>
        <p:spPr>
          <a:xfrm>
            <a:off x="803563" y="1153391"/>
            <a:ext cx="514003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smtClean="0">
                <a:solidFill>
                  <a:srgbClr val="593D3B"/>
                </a:solidFill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PROBLEM STATEMENT</a:t>
            </a:r>
            <a:endParaRPr lang="en-US" sz="3000" b="1" dirty="0">
              <a:solidFill>
                <a:srgbClr val="593D3B"/>
              </a:solidFill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5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56" y="334482"/>
            <a:ext cx="3367990" cy="815445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DATA OVERVIEW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19" y="1149927"/>
            <a:ext cx="10327489" cy="50499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34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xmlns="" id="{A030E529-8914-579F-8291-5D3185CA813D}"/>
              </a:ext>
            </a:extLst>
          </p:cNvPr>
          <p:cNvSpPr txBox="1">
            <a:spLocks/>
          </p:cNvSpPr>
          <p:nvPr/>
        </p:nvSpPr>
        <p:spPr>
          <a:xfrm>
            <a:off x="765008" y="1563258"/>
            <a:ext cx="9420392" cy="45027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datasets were combined and transformed into a single structured dataset using Excel Power Query.</a:t>
            </a:r>
          </a:p>
          <a:p>
            <a:pPr algn="l">
              <a:lnSpc>
                <a:spcPct val="150000"/>
              </a:lnSpc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of key features such as: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 information (age, gender, location)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Banking details (tenure, balance, product usage)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indicators (credit score, salary)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activity and credit card status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Churn-related data representing exited and retained customers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08" y="901700"/>
            <a:ext cx="4467392" cy="547258"/>
          </a:xfrm>
        </p:spPr>
        <p:txBody>
          <a:bodyPr>
            <a:no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DATA SET OVERVIEW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49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xmlns="" id="{14E5EA1D-3EFB-88B1-A3B8-455369076BED}"/>
              </a:ext>
            </a:extLst>
          </p:cNvPr>
          <p:cNvSpPr txBox="1">
            <a:spLocks/>
          </p:cNvSpPr>
          <p:nvPr/>
        </p:nvSpPr>
        <p:spPr>
          <a:xfrm>
            <a:off x="790408" y="850900"/>
            <a:ext cx="2829092" cy="5830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i="0" kern="1200" spc="150" baseline="0" dirty="0">
                <a:solidFill>
                  <a:schemeClr val="accent3"/>
                </a:solidFill>
                <a:latin typeface="Bricolage Grotesque 14pt" panose="020B0605040402000204" pitchFamily="34" charset="0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WORKFLOW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90408" y="1562099"/>
            <a:ext cx="716857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multiple source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and Preprocessing using Excel Power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by merging datasets into a master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and Analysis using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using Power BI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Insight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 for business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934569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xmlns="" id="{43ACE9CA-2230-C71D-A67F-DD39B8D6AFBB}"/>
              </a:ext>
            </a:extLst>
          </p:cNvPr>
          <p:cNvSpPr txBox="1">
            <a:spLocks/>
          </p:cNvSpPr>
          <p:nvPr/>
        </p:nvSpPr>
        <p:spPr>
          <a:xfrm>
            <a:off x="757282" y="889000"/>
            <a:ext cx="6346825" cy="595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Cambria" panose="02040503050406030204" pitchFamily="18" charset="0"/>
                <a:ea typeface="Cambria" panose="02040503050406030204" pitchFamily="18" charset="0"/>
              </a:rPr>
              <a:t>BUSINESS PERFORMANCE METRICS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79" y="2344910"/>
            <a:ext cx="1835994" cy="106694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4750" y="2354436"/>
            <a:ext cx="1835995" cy="105742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82" y="4001384"/>
            <a:ext cx="1835994" cy="1076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834" y="2363961"/>
            <a:ext cx="1835995" cy="1047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834" y="4001383"/>
            <a:ext cx="1835994" cy="1076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860" y="1980044"/>
            <a:ext cx="3645576" cy="40426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6558" y="4001383"/>
            <a:ext cx="1835994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30" y="954275"/>
            <a:ext cx="8991165" cy="493525"/>
          </a:xfrm>
        </p:spPr>
        <p:txBody>
          <a:bodyPr>
            <a:normAutofit/>
          </a:bodyPr>
          <a:lstStyle/>
          <a:p>
            <a:r>
              <a:rPr lang="en-US" sz="2600" dirty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</a:t>
            </a:r>
            <a:r>
              <a:rPr lang="en-US" sz="26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CHURN BASED ON ACTIVITY STATUS</a:t>
            </a:r>
            <a:endParaRPr lang="en-US" sz="26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55700" y="1822566"/>
            <a:ext cx="3162300" cy="28448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itle 1"/>
          <p:cNvSpPr txBox="1">
            <a:spLocks noChangeArrowheads="1"/>
          </p:cNvSpPr>
          <p:nvPr/>
        </p:nvSpPr>
        <p:spPr bwMode="auto">
          <a:xfrm>
            <a:off x="5486400" y="1805070"/>
            <a:ext cx="6350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who are inactive show a churn rate of 26.85%, while active customers have a lower churn rate of 14.27</a:t>
            </a:r>
            <a:r>
              <a:rPr 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</a:p>
          <a:p>
            <a:pPr marL="285750" indent="-285750" eaLnBrk="0" fontAlgn="base" hangingPunct="0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Inactive 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almost twice as likely to churn compared to active </a:t>
            </a:r>
            <a:r>
              <a:rPr lang="en-US" sz="2000" b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customers. This </a:t>
            </a:r>
            <a:r>
              <a:rPr lang="en-US" sz="20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indicates that customer engagement plays a major role in retention.</a:t>
            </a:r>
            <a:endParaRPr lang="en-US" sz="20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2930" y="4667392"/>
            <a:ext cx="3578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Customer inactivity significantly increases </a:t>
            </a:r>
            <a:r>
              <a:rPr lang="en-US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likelihood of churn.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801" y="1953184"/>
            <a:ext cx="2814527" cy="2583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43000" y="1789928"/>
            <a:ext cx="3162300" cy="2843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33157" y="4633712"/>
            <a:ext cx="3981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Churn is highest in Germany, making it a key region for retention focus.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0573" y="1803137"/>
            <a:ext cx="6096000" cy="3730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highest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Germany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32.44%, while Spain (16.67%) and France (16.15%) have much lower churn rates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Germany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fewer customers (2.5K) but still shows high churn, making it a critical region to focus 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the highest number of customers (5K) and a lower churn rate, suggesting stronger customer retention.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81790" y="967990"/>
            <a:ext cx="9927774" cy="4728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CHURN ACROSS REGIONS</a:t>
            </a:r>
            <a:endParaRPr lang="en-US" sz="26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95" y="1917944"/>
            <a:ext cx="2812310" cy="25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76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25396" y="1795587"/>
            <a:ext cx="3167204" cy="284164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91187" y="4637236"/>
            <a:ext cx="3401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base is concentrated in low product usage segments.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 flipV="1">
            <a:off x="6128490" y="5257934"/>
            <a:ext cx="6147018" cy="45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480790" y="1774914"/>
            <a:ext cx="54304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customers are using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or 2 products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with very few customers using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or more products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customer base is heavily concentrated in lower product categories.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indicates limited product adoption among customers.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54054" y="969656"/>
            <a:ext cx="10748872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DISTRIBUTION BY NUMBER OF PRODUCTS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98" y="1912199"/>
            <a:ext cx="2819400" cy="25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2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64682" y="1832152"/>
            <a:ext cx="3166015" cy="2843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892403" y="4675936"/>
            <a:ext cx="3710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Older customers are more likely to churn compared to younger age groups.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06910" y="1813614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50+ age group has the highest churn rate (44.65%), followed by 30–50 (19.58%) and 18–30 (7.52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Younger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show significantly lower churn compared to older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customers.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that older customers are more prone to leaving the bank.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82728" y="964465"/>
            <a:ext cx="8991165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RATE BY AGE GROUP</a:t>
            </a:r>
            <a:endParaRPr lang="en-US" sz="26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501" y="2007884"/>
            <a:ext cx="2812381" cy="25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1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36073" y="1792405"/>
            <a:ext cx="4034756" cy="272417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323158" y="4516583"/>
            <a:ext cx="3756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does not show a consistent pattern across tenure.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3273" y="1792405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churn rate is observed at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 5 (21.91%)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followed by tenure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(20.57%)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(20.47%)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rates are slightly lower at tenure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(19.35%) and 7 (19.14%)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churn varies across tenure but does not follow a consistent increasing or decreasing trend.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669" y="1950815"/>
            <a:ext cx="3851563" cy="2407358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782728" y="940348"/>
            <a:ext cx="8991165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CHURN ACROSS TENURE</a:t>
            </a:r>
            <a:endParaRPr lang="en-US" sz="26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1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36072" y="1808803"/>
            <a:ext cx="3158836" cy="2843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782727" y="4652587"/>
            <a:ext cx="4366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 product usage leads to higher churn, whereas multiple products improve retention.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99100" y="1757144"/>
            <a:ext cx="63246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1 product have a higher churn rate (27.71%) compared to those using 2 products (7.58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%).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Churn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appears very high for customers with 3 and 4 products, but these groups are relatively small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more than one product tend to stay longer, showing that higher product usage reduces churn.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782727" y="952849"/>
            <a:ext cx="7878673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CHURN ACROSS PRODUCT USAGE</a:t>
            </a:r>
            <a:endParaRPr lang="en-US" sz="27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865" y="1935295"/>
            <a:ext cx="281324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1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B98BF74D-0B55-03B8-1465-6D65344FF3D5}"/>
              </a:ext>
            </a:extLst>
          </p:cNvPr>
          <p:cNvSpPr/>
          <p:nvPr/>
        </p:nvSpPr>
        <p:spPr>
          <a:xfrm>
            <a:off x="1136072" y="1808803"/>
            <a:ext cx="3158836" cy="28437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532245" y="4652587"/>
            <a:ext cx="43664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is higher among female customers than male customers.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99100" y="1757144"/>
            <a:ext cx="6324600" cy="2345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Churn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higher among female customers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60.37%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compared to male customers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39.63%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clear gap in churn between the two groups.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that customer behavior differs across gender segments. 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782727" y="952849"/>
            <a:ext cx="7878673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7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CHURN BY GENDER </a:t>
            </a:r>
            <a:endParaRPr lang="en-US" sz="27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253" y="1936819"/>
            <a:ext cx="2812474" cy="25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26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24C7F547-05EC-50E5-4363-0D7AD001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777" y="2197099"/>
            <a:ext cx="3607423" cy="566738"/>
          </a:xfrm>
        </p:spPr>
        <p:txBody>
          <a:bodyPr/>
          <a:lstStyle/>
          <a:p>
            <a:r>
              <a:rPr lang="en-US" dirty="0" smtClean="0"/>
              <a:t>RETENTION STRATEGY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xmlns="" id="{1F459968-591B-6F8E-A344-4727A1010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774" y="2853732"/>
            <a:ext cx="3611880" cy="3309938"/>
          </a:xfrm>
        </p:spPr>
        <p:txBody>
          <a:bodyPr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inactive customers, as they show higher churn (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26.85% vs 14.27% for active users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high-risk regions like Germany, which has the highest churn (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32.44%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Retain customers with low product usage, especially those with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product (27.71% churn)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60E89F4B-3AA8-067D-3C1A-11B023420D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4686" y="2298701"/>
            <a:ext cx="3234994" cy="465136"/>
          </a:xfrm>
        </p:spPr>
        <p:txBody>
          <a:bodyPr/>
          <a:lstStyle/>
          <a:p>
            <a:r>
              <a:rPr lang="en-US" dirty="0"/>
              <a:t>PRODUCT STRATEGY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xmlns="" id="{5997B516-A278-BD9E-CCC3-B5221FF600C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904167" y="2197099"/>
            <a:ext cx="3788400" cy="566738"/>
          </a:xfrm>
        </p:spPr>
        <p:txBody>
          <a:bodyPr/>
          <a:lstStyle/>
          <a:p>
            <a:r>
              <a:rPr lang="en-US" dirty="0" smtClean="0"/>
              <a:t>ENGAGEMENT STRATEGY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xmlns="" id="{77661F75-F34D-1574-729D-DFE283E5B3B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older customers (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50+ with 44.65% churn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through targeted communication.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activity levels to reduce inactivity-driven churn.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engagement strategies across key customer segments. 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xmlns="" id="{1F459968-591B-6F8E-A344-4727A1010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2287" y="2853732"/>
            <a:ext cx="3611880" cy="3309938"/>
          </a:xfrm>
        </p:spPr>
        <p:txBody>
          <a:bodyPr/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to adopt multiple products, as churn drops significantly (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27.71% to 7.58%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bundled services to increase engagement and long-term retention.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upsell customers with low product usage. </a:t>
            </a:r>
          </a:p>
        </p:txBody>
      </p:sp>
      <p:sp>
        <p:nvSpPr>
          <p:cNvPr id="19" name="Title 1"/>
          <p:cNvSpPr txBox="1">
            <a:spLocks/>
          </p:cNvSpPr>
          <p:nvPr/>
        </p:nvSpPr>
        <p:spPr>
          <a:xfrm>
            <a:off x="786576" y="965589"/>
            <a:ext cx="8991165" cy="493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CUSTOMER RETENTION &amp; GROWTH STRATEGIES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7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93" y="330535"/>
            <a:ext cx="3367990" cy="748146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DASHBOARD -1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642" y="1078681"/>
            <a:ext cx="8935697" cy="51537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558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46" y="330535"/>
            <a:ext cx="3367990" cy="748146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DASHBOARD -2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288" y="1078681"/>
            <a:ext cx="8933688" cy="51512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517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992" y="330535"/>
            <a:ext cx="3404053" cy="748146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DASHBOARD -3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034" y="1078681"/>
            <a:ext cx="8942043" cy="514421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169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523A1A5-3238-DB59-24F1-2E7ECF638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43" y="400701"/>
            <a:ext cx="3367990" cy="630159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Segoe UI" panose="020B0502040204020203" pitchFamily="34" charset="0"/>
                <a:ea typeface="Cambria" panose="02040503050406030204" pitchFamily="18" charset="0"/>
                <a:cs typeface="Segoe UI" panose="020B0502040204020203" pitchFamily="34" charset="0"/>
              </a:rPr>
              <a:t>DASHBOARD -4</a:t>
            </a:r>
            <a:endParaRPr lang="en-US" sz="3000" dirty="0">
              <a:latin typeface="Segoe UI" panose="020B0502040204020203" pitchFamily="34" charset="0"/>
              <a:ea typeface="Cambria" panose="02040503050406030204" pitchFamily="18" charset="0"/>
              <a:cs typeface="Segoe UI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625" y="1030861"/>
            <a:ext cx="8923956" cy="51487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844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6">
            <a:extLst>
              <a:ext uri="{FF2B5EF4-FFF2-40B4-BE49-F238E27FC236}">
                <a16:creationId xmlns:a16="http://schemas.microsoft.com/office/drawing/2014/main" xmlns="" id="{C23AC02D-6A98-4C7F-C3DF-49E133E2A401}"/>
              </a:ext>
            </a:extLst>
          </p:cNvPr>
          <p:cNvSpPr txBox="1">
            <a:spLocks/>
          </p:cNvSpPr>
          <p:nvPr/>
        </p:nvSpPr>
        <p:spPr>
          <a:xfrm>
            <a:off x="771527" y="948035"/>
            <a:ext cx="6861173" cy="5124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CUSTOMER RETENTION STRATEGIES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9427" y="1900535"/>
            <a:ext cx="53752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Re-engage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 customers, as they are more likely to churn than active users.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high-risk regions like Germany where churn is significantly higher.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the use of multiple products to improve customer retention.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 attention to older customers who show higher churn rates.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engagement to reduce inactivity.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manage high-risk customer segments effectively. 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964" y="1583560"/>
            <a:ext cx="4059382" cy="441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75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xmlns="" id="{C23AC02D-6A98-4C7F-C3DF-49E133E2A401}"/>
              </a:ext>
            </a:extLst>
          </p:cNvPr>
          <p:cNvSpPr txBox="1">
            <a:spLocks/>
          </p:cNvSpPr>
          <p:nvPr/>
        </p:nvSpPr>
        <p:spPr>
          <a:xfrm>
            <a:off x="749299" y="951634"/>
            <a:ext cx="5848350" cy="477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smtClean="0">
                <a:latin typeface="Segoe UI" panose="020B0502040204020203" pitchFamily="34" charset="0"/>
                <a:cs typeface="Segoe UI" panose="020B0502040204020203" pitchFamily="34" charset="0"/>
              </a:rPr>
              <a:t>KEY FINDINGS &amp; CONCLUSION</a:t>
            </a:r>
            <a:endParaRPr lang="en-US" sz="3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2599" y="1911920"/>
            <a:ext cx="541020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churn is driven by low engagement, fewer products, and certain customer segments.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Inactive customers and single-product users are more likely to leave.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Germany and older customers show higher churn levels.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engagement and product usage can help retain customers.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helps in making better business decisions.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57729" y="1586958"/>
            <a:ext cx="4067743" cy="441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0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Thank you Presentation free Download [FREE PPT TEMPLATE] – Presentations  Template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793" y="1784554"/>
            <a:ext cx="3878826" cy="256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6746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red">
      <a:dk1>
        <a:srgbClr val="333333"/>
      </a:dk1>
      <a:lt1>
        <a:sysClr val="window" lastClr="FFFFFF"/>
      </a:lt1>
      <a:dk2>
        <a:srgbClr val="000000"/>
      </a:dk2>
      <a:lt2>
        <a:srgbClr val="F0F0F0"/>
      </a:lt2>
      <a:accent1>
        <a:srgbClr val="23260C"/>
      </a:accent1>
      <a:accent2>
        <a:srgbClr val="838C74"/>
      </a:accent2>
      <a:accent3>
        <a:srgbClr val="593D3B"/>
      </a:accent3>
      <a:accent4>
        <a:srgbClr val="D6D9C5"/>
      </a:accent4>
      <a:accent5>
        <a:srgbClr val="F2F2F2"/>
      </a:accent5>
      <a:accent6>
        <a:srgbClr val="30402D"/>
      </a:accent6>
      <a:hlink>
        <a:srgbClr val="FFFFFF"/>
      </a:hlink>
      <a:folHlink>
        <a:srgbClr val="D6D9C5"/>
      </a:folHlink>
    </a:clrScheme>
    <a:fontScheme name="Custom 36">
      <a:majorFont>
        <a:latin typeface="Lora"/>
        <a:ea typeface=""/>
        <a:cs typeface=""/>
      </a:majorFont>
      <a:minorFont>
        <a:latin typeface="Lo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1523</TotalTime>
  <Words>945</Words>
  <Application>Microsoft Office PowerPoint</Application>
  <PresentationFormat>Widescreen</PresentationFormat>
  <Paragraphs>96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Bricolage Grotesque 14pt</vt:lpstr>
      <vt:lpstr>Calibri</vt:lpstr>
      <vt:lpstr>Cambria</vt:lpstr>
      <vt:lpstr>Futura LT Book</vt:lpstr>
      <vt:lpstr>Lora</vt:lpstr>
      <vt:lpstr>Segoe UI</vt:lpstr>
      <vt:lpstr>Times New Roman</vt:lpstr>
      <vt:lpstr>Wingdings</vt:lpstr>
      <vt:lpstr>Office Theme</vt:lpstr>
      <vt:lpstr>    </vt:lpstr>
      <vt:lpstr>PowerPoint Presentation</vt:lpstr>
      <vt:lpstr>PowerPoint Presentation</vt:lpstr>
      <vt:lpstr>DATA OVERVIEW</vt:lpstr>
      <vt:lpstr>DATA SET OVERVIEW</vt:lpstr>
      <vt:lpstr>PowerPoint Presentation</vt:lpstr>
      <vt:lpstr>PowerPoint Presentation</vt:lpstr>
      <vt:lpstr>CUSTOMER CHURN BASED ON ACTIVITY STATUS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DASHBOARD -1</vt:lpstr>
      <vt:lpstr>DASHBOARD -2</vt:lpstr>
      <vt:lpstr>DASHBOARD -3</vt:lpstr>
      <vt:lpstr>DASHBOARD -4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Yasin Arafat</dc:creator>
  <cp:lastModifiedBy>Microsoft account</cp:lastModifiedBy>
  <cp:revision>212</cp:revision>
  <dcterms:created xsi:type="dcterms:W3CDTF">2024-05-23T06:52:39Z</dcterms:created>
  <dcterms:modified xsi:type="dcterms:W3CDTF">2026-03-27T09:35:55Z</dcterms:modified>
</cp:coreProperties>
</file>